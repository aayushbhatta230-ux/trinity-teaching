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2C267-E420-0422-E98F-5A63B3EC26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E52BAD-E772-3AAC-E257-7977E0FF35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7CD7A-0509-ADFE-B128-6931685E7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276C5-297D-4371-BBCC-45C9B854F16B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69FF2-399B-EECE-B3F3-0E1C05805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718F3-079F-6D06-009D-E7F2A917C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E6117-A74D-42C7-81C7-35A22FA28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328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A3EC2-1B3A-D835-56D5-646A4E5A7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A525D-91A6-37BA-5B41-3FDABB922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61B6B-90F2-D701-5450-23073EAB4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276C5-297D-4371-BBCC-45C9B854F16B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7434B-55D1-F19C-6DA1-80B5AC9E0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93EAC-0450-0B7C-D55A-8F2B3B290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E6117-A74D-42C7-81C7-35A22FA28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382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B5B0D-AB0D-A536-2942-FDA1D25F9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529F9-7E43-7AB0-F72C-80765ADD6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9509F-7524-86FB-6309-A0A4E6A3D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276C5-297D-4371-BBCC-45C9B854F16B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87A6E-43D7-298C-1161-2A8E1A3EE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78780-E7CC-48C3-4CA7-8AAE376FF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E6117-A74D-42C7-81C7-35A22FA28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381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60CBF-8FB5-465B-5C10-74DA1BCB5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60A11-33C6-EB29-D0D9-34C018C63A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2F74FB-29D3-8F5F-A6DE-05DC7D1D17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8F0AD-24BB-5951-3F2C-E7A8C5224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276C5-297D-4371-BBCC-45C9B854F16B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DF30F9-8326-693E-4413-CE0BD42D1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139A0-77C9-3327-B803-B98E7CD03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E6117-A74D-42C7-81C7-35A22FA28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362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D1085-9B75-FB23-6E88-BB21A2712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59D408-559C-8A48-509D-A4CDB2E87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10F2D-D11F-24A1-1491-1D60031C74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4C5B14-08A0-6BD1-D61F-C6E26C8448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0A3D2A-4F53-1121-9952-2321FF9B93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676E12-5B72-E90E-03EB-C3FE0A974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276C5-297D-4371-BBCC-45C9B854F16B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F57255-E292-0999-4E73-2188955A8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29330C-DCEB-8EC5-B94F-7CE62C6DC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E6117-A74D-42C7-81C7-35A22FA28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40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74195-8EA9-5C5A-974C-5DC4F35C6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C3B995-EB8A-58F8-405A-4B9E2A0B8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276C5-297D-4371-BBCC-45C9B854F16B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FE22C8-17E6-639F-BFB2-5A2E3D9A7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BB6D13-C8D0-29AB-B5C9-C83C6044D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E6117-A74D-42C7-81C7-35A22FA28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03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5A7D2B-0A86-4AAD-F18A-CAF06AE3B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276C5-297D-4371-BBCC-45C9B854F16B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28EA9B-1BE1-500F-9858-3C4DEE439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0C289-D6D3-E038-A7EC-D632E0331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E6117-A74D-42C7-81C7-35A22FA28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105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33B72-76E8-2258-8B47-A3EE9F8B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BC362-4A49-06DD-4BF3-5BFBCC737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51B9B1-0035-D345-A629-D9951218C5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DAA432-A52D-8A12-2BCE-CF3BA4FD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276C5-297D-4371-BBCC-45C9B854F16B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80C70-945F-A870-9D41-9B81D6913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545F3D-C4C2-9B95-34A2-538372F4F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E6117-A74D-42C7-81C7-35A22FA28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858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29A72-BB98-AD14-97EA-BA1E713CA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6A0417-5AF1-0E82-B475-8343E682FC3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BC398B-DA61-B4A2-DA07-C99BE71A2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83996-AB24-5728-3980-000B2BBB4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276C5-297D-4371-BBCC-45C9B854F16B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C41AAB-3E1C-2B5D-32E6-7B15410C2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09FE1E-668E-70DF-ADA7-0EA330DF6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E6117-A74D-42C7-81C7-35A22FA28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628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CB6F-60F9-BDB0-BC85-2EEC9A116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23B7A9-27BB-AD2C-5DC0-E2AAF329D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B7AF7-8525-6E04-697D-229F0C8C2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276C5-297D-4371-BBCC-45C9B854F16B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5AA6A-1D46-C79A-C6CB-56BCA6ADE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68047-3196-AD46-87AC-67720032A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E6117-A74D-42C7-81C7-35A22FA28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31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2CA75D-6747-DC13-04B8-96969015F3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E6318D-5E24-06BE-58D3-F5C52DA0F1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5217F-212F-E0F5-C876-708BE7527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276C5-297D-4371-BBCC-45C9B854F16B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AD93A-97DF-69A7-A5A6-AF3A6BF88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0F0D9-61D8-FAEC-2965-51D8A72E3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E6117-A74D-42C7-81C7-35A22FA28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0976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DA709-85B1-2908-5A71-489D71B3A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DCC563-E862-03A7-8C6A-8CDBE28327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2B8AB-45B7-3CF0-6B17-DF99D588D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276C5-297D-4371-BBCC-45C9B854F16B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6FCCE-91BE-F8E7-2FE3-B9D8AEC91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C7179-B680-EA30-BD1F-4720C3378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E6117-A74D-42C7-81C7-35A22FA28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668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04866C-0B2A-0227-4BD8-3233C4A9C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253F4-F5E0-DFD6-9CB8-7E65233BF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28420-2D95-7464-3653-2C6F059104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276C5-297D-4371-BBCC-45C9B854F16B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35DA1-E2D7-3D55-F26D-676D48564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031A2-CEC7-93ED-CE76-77A68DA4BD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1E6117-A74D-42C7-81C7-35A22FA28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269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309A4-2282-F1B8-EA67-3E5A5AF50C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Electromagnetic Induction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1045E3-B037-6C87-5787-6998771F50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Chapter 3 · Physics · Class 12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8079D3-8AD3-EB85-903B-2100859AA03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254000"/>
            <a:ext cx="20320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9861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 thruBlk="1"/>
      </p:transition>
    </mc:Choice>
    <mc:Fallback>
      <p:transition spd="slow">
        <p:fade thruBlk="1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DB512-C59C-AF6A-3301-C16050E7A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Faraday's laws &amp; Lenz's law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C3E654-77AA-6549-A118-ADA0B5F60A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 emf is induced whenever the magnetic flux linked with a circuit changes</a:t>
            </a:r>
          </a:p>
          <a:p>
            <a:r>
              <a:rPr lang="en-US"/>
              <a:t>EMF = -dΦ/dt, where Φ = BA cos θ</a:t>
            </a:r>
          </a:p>
          <a:p>
            <a:r>
              <a:rPr lang="en-US"/>
              <a:t>The induced current always opposes the change in flux that produces it (Lenz's law), a consequence of conservation of energy</a:t>
            </a:r>
          </a:p>
        </p:txBody>
      </p:sp>
    </p:spTree>
    <p:extLst>
      <p:ext uri="{BB962C8B-B14F-4D97-AF65-F5344CB8AC3E}">
        <p14:creationId xmlns:p14="http://schemas.microsoft.com/office/powerpoint/2010/main" val="28744014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87AC5-709D-7752-364D-4D3989B10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Self induction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DC834-E85F-A5AE-3192-2BBDE3A75C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 = N</a:t>
            </a:r>
            <a:r>
              <a:rPr lang="el-GR"/>
              <a:t>Φ/</a:t>
            </a:r>
            <a:r>
              <a:rPr lang="en-US"/>
              <a:t>I</a:t>
            </a:r>
          </a:p>
          <a:p>
            <a:r>
              <a:rPr lang="en-US"/>
              <a:t>Energy stored U = ½ L I²</a:t>
            </a:r>
          </a:p>
        </p:txBody>
      </p:sp>
    </p:spTree>
    <p:extLst>
      <p:ext uri="{BB962C8B-B14F-4D97-AF65-F5344CB8AC3E}">
        <p14:creationId xmlns:p14="http://schemas.microsoft.com/office/powerpoint/2010/main" val="3127496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</Words>
  <Application>Microsoft Office PowerPoint</Application>
  <PresentationFormat>Custom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Electromagnetic Induction</vt:lpstr>
      <vt:lpstr>Faraday's laws &amp; Lenz's law</vt:lpstr>
      <vt:lpstr>Self induction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Aayush Bhatta</dc:creator>
  <cp:lastModifiedBy>Aayush Bhatta</cp:lastModifiedBy>
  <cp:revision>1</cp:revision>
  <dcterms:created xsi:type="dcterms:W3CDTF">2026-10-15T01:58:59Z</dcterms:created>
  <dcterms:modified xsi:type="dcterms:W3CDTF">2026-10-15T01:58:59Z</dcterms:modified>
</cp:coreProperties>
</file>